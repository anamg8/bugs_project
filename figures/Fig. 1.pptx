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>
      <p:cViewPr varScale="1">
        <p:scale>
          <a:sx n="124" d="100"/>
          <a:sy n="124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80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06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44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53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21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88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0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69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98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DAE72-8FD4-0A4E-BB8F-4CCAE9477DD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A659B-0BC9-DA4A-B67E-57D6513E6FD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27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3A97C5C-61AE-97FF-F371-50E4BAAFCBC3}"/>
              </a:ext>
            </a:extLst>
          </p:cNvPr>
          <p:cNvSpPr txBox="1"/>
          <p:nvPr/>
        </p:nvSpPr>
        <p:spPr>
          <a:xfrm>
            <a:off x="490591" y="743856"/>
            <a:ext cx="1553966" cy="26050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+mj-lt"/>
              </a:rPr>
              <a:t>ref                </a:t>
            </a:r>
          </a:p>
          <a:p>
            <a:r>
              <a:rPr lang="en-GB" sz="1100" b="1" dirty="0">
                <a:latin typeface="+mj-lt"/>
              </a:rPr>
              <a:t>timestamp</a:t>
            </a:r>
            <a:r>
              <a:rPr lang="en-GB" sz="1100" dirty="0">
                <a:latin typeface="+mj-lt"/>
              </a:rPr>
              <a:t>           </a:t>
            </a:r>
          </a:p>
          <a:p>
            <a:r>
              <a:rPr lang="en-GB" sz="1100" b="1" dirty="0">
                <a:latin typeface="+mj-lt"/>
              </a:rPr>
              <a:t>ref_2              </a:t>
            </a:r>
          </a:p>
          <a:p>
            <a:r>
              <a:rPr lang="en-GB" sz="1100" dirty="0" err="1">
                <a:latin typeface="+mj-lt"/>
              </a:rPr>
              <a:t>prey_item_class</a:t>
            </a:r>
            <a:r>
              <a:rPr lang="en-GB" sz="1100" dirty="0">
                <a:latin typeface="+mj-lt"/>
              </a:rPr>
              <a:t>    </a:t>
            </a:r>
          </a:p>
          <a:p>
            <a:r>
              <a:rPr lang="en-GB" sz="1100" dirty="0" err="1">
                <a:latin typeface="+mj-lt"/>
              </a:rPr>
              <a:t>prey_item_order</a:t>
            </a:r>
            <a:r>
              <a:rPr lang="en-GB" sz="1100" dirty="0">
                <a:latin typeface="+mj-lt"/>
              </a:rPr>
              <a:t>     </a:t>
            </a:r>
          </a:p>
          <a:p>
            <a:r>
              <a:rPr lang="en-GB" sz="1100" dirty="0" err="1">
                <a:latin typeface="+mj-lt"/>
              </a:rPr>
              <a:t>prey_item_family</a:t>
            </a:r>
            <a:r>
              <a:rPr lang="en-GB" sz="1100" dirty="0">
                <a:latin typeface="+mj-lt"/>
              </a:rPr>
              <a:t>    </a:t>
            </a:r>
          </a:p>
          <a:p>
            <a:r>
              <a:rPr lang="en-GB" sz="1100" dirty="0" err="1">
                <a:latin typeface="+mj-lt"/>
              </a:rPr>
              <a:t>prey_item_subfamily</a:t>
            </a:r>
            <a:r>
              <a:rPr lang="en-GB" sz="1100" dirty="0">
                <a:latin typeface="+mj-lt"/>
              </a:rPr>
              <a:t> </a:t>
            </a:r>
          </a:p>
          <a:p>
            <a:r>
              <a:rPr lang="en-GB" sz="1100" dirty="0" err="1">
                <a:latin typeface="+mj-lt"/>
              </a:rPr>
              <a:t>prey_item_tribe</a:t>
            </a:r>
            <a:r>
              <a:rPr lang="en-GB" sz="1100" dirty="0">
                <a:latin typeface="+mj-lt"/>
              </a:rPr>
              <a:t>   </a:t>
            </a:r>
          </a:p>
          <a:p>
            <a:r>
              <a:rPr lang="en-GB" sz="1100" dirty="0" err="1">
                <a:latin typeface="+mj-lt"/>
              </a:rPr>
              <a:t>prey_item_genera</a:t>
            </a:r>
            <a:endParaRPr lang="en-GB" sz="1100" dirty="0">
              <a:latin typeface="+mj-lt"/>
            </a:endParaRPr>
          </a:p>
          <a:p>
            <a:r>
              <a:rPr lang="en-GB" sz="1100" dirty="0" err="1">
                <a:latin typeface="+mj-lt"/>
              </a:rPr>
              <a:t>prey_item_species</a:t>
            </a:r>
            <a:endParaRPr lang="en-GB" sz="1100" dirty="0">
              <a:latin typeface="+mj-lt"/>
            </a:endParaRPr>
          </a:p>
          <a:p>
            <a:r>
              <a:rPr lang="en-GB" sz="1100" dirty="0" err="1">
                <a:latin typeface="+mj-lt"/>
              </a:rPr>
              <a:t>life_stage</a:t>
            </a:r>
            <a:r>
              <a:rPr lang="en-GB" sz="1100" dirty="0">
                <a:latin typeface="+mj-lt"/>
              </a:rPr>
              <a:t>          </a:t>
            </a:r>
          </a:p>
          <a:p>
            <a:r>
              <a:rPr lang="en-GB" sz="1100" dirty="0">
                <a:latin typeface="+mj-lt"/>
              </a:rPr>
              <a:t>method</a:t>
            </a:r>
          </a:p>
          <a:p>
            <a:r>
              <a:rPr lang="en-GB" sz="1100" dirty="0" err="1">
                <a:latin typeface="+mj-lt"/>
              </a:rPr>
              <a:t>number_caught</a:t>
            </a:r>
            <a:endParaRPr lang="en-GB" sz="1100" dirty="0">
              <a:latin typeface="+mj-lt"/>
            </a:endParaRPr>
          </a:p>
          <a:p>
            <a:r>
              <a:rPr lang="en-GB" sz="1100" dirty="0">
                <a:latin typeface="+mj-lt"/>
              </a:rPr>
              <a:t>comments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DD89BE-42C5-4C92-BD93-706771027F97}"/>
              </a:ext>
            </a:extLst>
          </p:cNvPr>
          <p:cNvSpPr txBox="1"/>
          <p:nvPr/>
        </p:nvSpPr>
        <p:spPr>
          <a:xfrm>
            <a:off x="490591" y="267129"/>
            <a:ext cx="1553966" cy="47672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64093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dirty="0" err="1">
                <a:latin typeface="+mj-lt"/>
              </a:rPr>
              <a:t>i</a:t>
            </a:r>
            <a:r>
              <a:rPr lang="en-GB" sz="1100" dirty="0">
                <a:latin typeface="+mj-lt"/>
              </a:rPr>
              <a:t>) INVERTEBRATE SPECIES COMPOSITION</a:t>
            </a:r>
          </a:p>
        </p:txBody>
      </p:sp>
    </p:spTree>
    <p:extLst>
      <p:ext uri="{BB962C8B-B14F-4D97-AF65-F5344CB8AC3E}">
        <p14:creationId xmlns:p14="http://schemas.microsoft.com/office/powerpoint/2010/main" val="1825569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53</Words>
  <Application>Microsoft Macintosh PowerPoint</Application>
  <PresentationFormat>A4 (210 x 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Morales González</dc:creator>
  <cp:lastModifiedBy>Ana Morales González</cp:lastModifiedBy>
  <cp:revision>4</cp:revision>
  <dcterms:created xsi:type="dcterms:W3CDTF">2025-12-10T12:37:15Z</dcterms:created>
  <dcterms:modified xsi:type="dcterms:W3CDTF">2025-12-10T13:01:41Z</dcterms:modified>
</cp:coreProperties>
</file>